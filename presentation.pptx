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2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6EBDB49-4DA3-D18F-E9D2-B38E36C2416C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2325259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1EBA725-AC84-7385-FA7C-C412CEC2B42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026697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69D6C5D-D9C9-A177-D759-7A9E314123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91440"/>
          <a:lstStyle/>
          <a:p>
            <a:r>
              <a:rPr lang="en-US" dirty="0"/>
              <a:t>Fuck-ass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D93B1-7DF0-E559-9990-17F14625B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sequel </a:t>
            </a:r>
          </a:p>
        </p:txBody>
      </p:sp>
    </p:spTree>
    <p:extLst>
      <p:ext uri="{BB962C8B-B14F-4D97-AF65-F5344CB8AC3E}">
        <p14:creationId xmlns:p14="http://schemas.microsoft.com/office/powerpoint/2010/main" val="1498153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Fuck-ass 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Sverre Alexandersen</dc:creator>
  <cp:lastModifiedBy>Jakob Sverre Alexandersen</cp:lastModifiedBy>
  <cp:revision>1</cp:revision>
  <dcterms:created xsi:type="dcterms:W3CDTF">2026-01-29T12:36:28Z</dcterms:created>
  <dcterms:modified xsi:type="dcterms:W3CDTF">2026-01-29T12:36:56Z</dcterms:modified>
</cp:coreProperties>
</file>